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king_hero_glassmorphism_17754625632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292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03520" y="22860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5400">
                <a:solidFill>
                  <a:srgbClr val="6366F1"/>
                </a:solidFill>
              </a:defRPr>
            </a:pPr>
            <a:r>
              <a:t>NIDHI BANK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Premium Digital Banking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solidFill>
                  <a:srgbClr val="6366F1"/>
                </a:solidFill>
              </a:defRPr>
            </a:pPr>
            <a:r>
              <a:t>Executive 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Vision: A high-fidelity, secure, and modern fintech solution.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Design: Implementation of the 'Glassmorphism' aesthetic (translucency &amp; blur).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Functional: Real-time fund transfers, virtual card system, and administrative hub.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Architecture: Fully decoupled Frontend-Backend-Database orchestration.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Goal: To provide a zero-friction banking experience for modern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solidFill>
                  <a:srgbClr val="6366F1"/>
                </a:solidFill>
              </a:defRPr>
            </a:pPr>
            <a:r>
              <a:t>Modern Tech Stack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Frontend: Next.js 14+ (React) utilizing App Router and CSS Modules.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Backend: FastAPI (Python) - High performance, asynchronous data handling.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Database: Neon PostgreSQL - Serverless relational storage for ACID integrity.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DevOps: Automated deployment via Vercel (Frontend) and Render (Backend).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Communication: Secure RESTful API interactions with global CORS hardening.</a:t>
            </a:r>
          </a:p>
        </p:txBody>
      </p:sp>
      <p:pic>
        <p:nvPicPr>
          <p:cNvPr id="4" name="Picture 3" descr="tech_stack_nodes_17754626427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1148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solidFill>
                  <a:srgbClr val="6366F1"/>
                </a:solidFill>
              </a:defRPr>
            </a:pPr>
            <a:r>
              <a:t>Premium UI/UX: Glassmorphism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Aesthetic: Blurred translucent panels with vibrant glowing accents.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Color Palette: Midnight blue foundations with Indigo and Violet highlights.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Interactivity: Smooth frame-based animations and pulsing notification badges.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Responsiveness: 100% mobile-adaptive navigation with toggleable sidebars.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Localization: Standardized Indian Rupee (₹) symbol and en-IN formatting.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solidFill>
                  <a:srgbClr val="6366F1"/>
                </a:solidFill>
              </a:defRPr>
            </a:pPr>
            <a:r>
              <a:t>Backend Engineering: FastAPI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Security: Bcrypt salting and hashing for credential protection.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Validation: Pydantic-driven data serialization and error handling.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Database Connectivity: psycopg2 with RealDictCursor for efficient mapping.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Performance: Asynchronous endpoint handling for high-concurrency requests.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Integrity: Server-side validation of all financial transfer operations.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solidFill>
                  <a:srgbClr val="6366F1"/>
                </a:solidFill>
              </a:defRPr>
            </a:pPr>
            <a:r>
              <a:t>Database: Neon PostgreSQL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Data Tables: Normalized schema for 'Users' and 'Transactions'.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Financial Precision: Using DECIMAL(12,2) for exact monetary calculations.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Relationships: Foreign key constraints linking ledgers to user identities.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Auditability: Global timestamps ensuring a robust transaction audit trail.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Architecture: Scalable serverless branching for development environments.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solidFill>
                  <a:srgbClr val="6366F1"/>
                </a:solidFill>
              </a:defRPr>
            </a:pPr>
            <a:r>
              <a:t>Financial Logic: Fund Transfers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Atomicity: Single-transaction SQL blocks for simultaneous balance updates.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Integrity: Automatic 'Rollback' on any failure during transfer processing.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Validation: Server-side balance checks to prevent overdrafts.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History: Immediate logging of transfers into the immutable ledger.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Interface: Quick-transfer form with real-time success feedback.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solidFill>
                  <a:srgbClr val="6366F1"/>
                </a:solidFill>
              </a:defRPr>
            </a:pPr>
            <a:r>
              <a:t>Security Hub &amp; Defense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Credentials: Zero-knowledge password storage using production Bcrypt.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Network: Rigid CORS policy management on the FastAPI Render node.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Visibility: Security center with login activity and device monitoring.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Prevention: Mitigation of legacy hashing vulnerabilities (max-length limits).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Access: Multi-layer validation for profile identity access.</a:t>
            </a:r>
          </a:p>
        </p:txBody>
      </p:sp>
      <p:pic>
        <p:nvPicPr>
          <p:cNvPr id="4" name="Picture 3" descr="security_lock_neon_1775462626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116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solidFill>
                  <a:srgbClr val="6366F1"/>
                </a:solidFill>
              </a:defRPr>
            </a:pPr>
            <a:r>
              <a:t>Administrative User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Management: Centralized directory for all registered banking customers.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Search: Real-time filtering by name, email, or account number.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Monitoring: Visibility into active balances, Member IDs, and IFSC codes.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Onboarding: Ability to manage 10+ mock accounts for system demonstration.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Dashboard: Integrated overview of recent system-wide activity.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solidFill>
                  <a:srgbClr val="6366F1"/>
                </a:solidFill>
              </a:defRPr>
            </a:pPr>
            <a:r>
              <a:t>Card Management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Virtual Cards: Interactive digital debit/credit card generation.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Controls: Real-time tools to 'Freeze Card' or 'Reset PIN'.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Security: Mock security credentials allowing for safe testing.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Visuals: Glassmorphism card UI with glowing border indicators.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Integration: Full linkage between card transactions and user balance.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solidFill>
                  <a:srgbClr val="6366F1"/>
                </a:solidFill>
              </a:defRPr>
            </a:pPr>
            <a:r>
              <a:t>Recent Innovation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Real-time Sync: Fixed stale balance issues in the Account Identity modal.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Event Signaling: Linked UI refreshes to the 'new-transaction' event.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Redeploy Automation: Implemented 'redeploy.py' for 1-click CI/CD updates.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Localization: Completed global transition to Indian Rupee (₹) standard.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Stability: Enhanced error handling for cross-origin database requests.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solidFill>
                  <a:srgbClr val="6366F1"/>
                </a:solidFill>
              </a:defRPr>
            </a:pPr>
            <a:r>
              <a:t>Deployment &amp; Final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Frontend Hosting: Vercel (Production URL: nidhibank.vercel.app).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Backend Web Service: Render (Service ID: banking-backend-api).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CI/CD: Automated Git synchronization across environments.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Scalability: Foundation ready for real-world user scaling.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Summary: A complete, functional Fintech application delivered with excellence.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solidFill>
                  <a:srgbClr val="6366F1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Thank you for your attention!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Project Repository: NidhiBank (Private GitHub)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Architecture: Next.js + FastAPI + PostgreSQL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Developed with Antigravity AI Support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